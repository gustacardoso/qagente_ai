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a7bbbed-991e-352c-46a2-52a7115c780b}">
          <p14:sldIdLst>
            <p14:sldId id="256"/>
          </p14:sldIdLst>
        </p14:section>
        <p14:section name="Conceito" id="{93caef68-4501-3f9d-d737-80326561934e}">
          <p14:sldIdLst>
            <p14:sldId id="257"/>
            <p14:sldId id="258"/>
          </p14:sldIdLst>
        </p14:section>
        <p14:section name="Protótipo" id="{b8e765ea-6dbb-3f22-3c83-478b0e2c20da}">
          <p14:sldIdLst>
            <p14:sldId id="259"/>
            <p14:sldId id="260"/>
          </p14:sldIdLst>
        </p14:section>
        <p14:section name="Aprendizados" id="{baed1dd8-8030-d746-7f1f-32555fef96f5}">
          <p14:sldIdLst>
            <p14:sldId id="261"/>
            <p14:sldId id="262"/>
          </p14:sldIdLst>
        </p14:section>
        <p14:section name="Fechamento" id="{2899e3e9-7daf-598f-32fc-5a15430ebc3f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Objetivo: compartilhar o que aprendi montando um agente de IA para automação de testes num projeto pessoal, e abrir a conversa sobre onde isso cabe no nosso dia a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diferença não é 'IA escreve o teste'. É o ciclo: o agente observa a tela, tenta, vê o erro e ajusta. O QA continua responsável por definir o objetivo e revisar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núcleo. Nos meus testes o limite de 3 tentativas foi suficiente para a demo, mas é um parâmetro. Sem limite, o agente pode ficar em loop e gastar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Node.js + Playwright, sem framework de agentes. A parte de IA é uma função só: dado objetivo e snapshot, devolve um plano. Isso deixa fácil trocar de provedor.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ser transparente: na demo offline o 'LLM' é um simulador que erra de propósito. Com um modelo real, o tipo de erro e a correção variam, e modelos menores erram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quatro pontos vieram de problemas reais no teste contra uma aplicação de dev: a tela carregava depois do redirecionamento para /login e o primeiro snapshot não enxergava nenhum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mais crítico para uma empresa é o de dados sensíveis: nunca colocar credenciais reais ou dados de cliente no objetivo do teste. Em ambiente de dev com usuário de teste o risco é menor, mas vale a regra.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protótipo está na pasta QAgent_AI e o README explica como rodar. A lista da direita é a ordem que eu seguiria.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abrindo a discussão. A terceira pergunta pode envolver segurança/compliance.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de IA em QA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O que aprendi construindo o QAgent, um protótipo de teste E2E que se auto-corrige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Apresentação interna · Equipe de QA · Outubro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agentes em QA?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Hoje, com scripts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Com um agente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Quebra quando um seletor muda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737360"/>
            <a:ext cx="38404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7373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Lê a página de novo e tenta outro caminho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8404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743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QA escreve cada passo à mão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38404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937760" y="2743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QA descreve o objetivo em linguagem natural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8404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749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Manutenção é 100% manual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38404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937760" y="3749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Propõe a correção; o QA revisa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de um agente de QA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499616" cy="2286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Perceber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9748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Lê a página e lista os elementos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85416" y="1554480"/>
            <a:ext cx="1499616" cy="2286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95144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9514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95144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Planejar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95144" y="269748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LLM monta os passos do teste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22192" y="1554480"/>
            <a:ext cx="1499616" cy="2286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3192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Agir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69748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Executa no navegador (Playwright)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58968" y="1554480"/>
            <a:ext cx="1499616" cy="2286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68696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6869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68696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68696" y="269748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 erro e screenshot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95744" y="1554480"/>
            <a:ext cx="1499616" cy="2286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05472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0547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205472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Corrigir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269748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Replaneja com base na falha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Repete até passar ou atingir 3 tentativas. Se passar, exporta um teste Playwright.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QAgent é montado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55448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554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Snapshot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057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dos campos, botões e links da página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544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50208" y="1554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LLM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2057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Recebe objetivo + snapshot e devolve um plano em JSON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5544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1554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Executor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057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Roda cada passo com Playwright e para na primeira falha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2918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Correção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Reenvia plano e erro ao LLM, até 3 tentativas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56432" y="329184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6432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50208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Saída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456432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Relatório JSON, screenshot da falha e arquivo .spec.ts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9632" y="329184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99632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93408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Provedores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Claude, Gemini, Groq, Ollama ou OpenAI, pela mesma interface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Auto-correção em ação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319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Tentativa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463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FALHOU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 #btn-login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Timeout de 3000 ms: o seletor não existe na página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920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Tentativa 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463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PASSOU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 [data-testid="submit-login"]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468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Seletor trocado por um que está no snapshot; o texto de sucesso apareceu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 agente recebeu o erro, entendeu o que faltava e corrigiu sozinho.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Demo com LLM simulado: o erro da tentativa 1 é proposital, para mostrar o ciclo.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Estado da página importa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45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 SPA, o snapshot cedo demais veio vazio. Foi preciso esperar a rede acalmar.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Seletores são o gargalo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 e data-testid funcionam; botões sem id ficavam ambíguos até usar o texto.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Saída estruturada vence código livre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Plano em JSON com poucas ações é fácil de validar e de executar.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provedor de IA é um detalhe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51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 uma interface única, trocar de Claude para Gemini ou Ollama é só configuração.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 riscos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Seletores inventados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modelo pode citar elementos que não existem. Mitigação: só aceitar seletores do snapshot e deixar o ciclo de correção agir.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Asserção fraca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teste pode passar sem validar nada de valor. Mitigação: o QA revisa as asserções antes de entrar na suíte.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9319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Dados sensíveis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objetivo e a página vão para o provedor de IA. Mitigação: só massa de teste; considerar modelo local.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063240"/>
            <a:ext cx="39319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46320" y="3172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Escopo curto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Hoje enxerga uma página por vez. Mitigação: login reutilizável e fluxos multi-tela como próximo passo.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e para onde vai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Já funciona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Gera o plano a partir de um objetivo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Executa no Playwright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Corrige a falha em até 3 tentativas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Exporta um .spec.ts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Funciona com vários provedores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Próximos passos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7452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Login reutilizável e massa de dados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Fluxos com várias telas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o screenshot na correção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Revisão humana antes da suíte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Rodar no pipeline de CI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agente ajuda o QA, não o substitui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Para conversar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Em quais testes do nosso dia a dia isso economizaria mais tempo?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Quem revisa o teste que a IA escreveu, e como?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Que dados podemos (ou não) enviar a um provedor externo?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Agent">
  <a:themeElements>
    <a:clrScheme name="QAgent">
      <a:dk1>
        <a:srgbClr val="14263A"/>
      </a:dk1>
      <a:lt1>
        <a:srgbClr val="FFFFFF"/>
      </a:lt1>
      <a:dk2>
        <a:srgbClr val="0B1F33"/>
      </a:dk2>
      <a:lt2>
        <a:srgbClr val="EEF3F7"/>
      </a:lt2>
      <a:accent1>
        <a:srgbClr val="0F9D8F"/>
      </a:accent1>
      <a:accent2>
        <a:srgbClr val="D9503F"/>
      </a:accent2>
      <a:accent3>
        <a:srgbClr val="E39B2D"/>
      </a:accent3>
      <a:accent4>
        <a:srgbClr val="3B6FB6"/>
      </a:accent4>
      <a:accent5>
        <a:srgbClr val="5F7089"/>
      </a:accent5>
      <a:accent6>
        <a:srgbClr val="8FD3C8"/>
      </a:accent6>
      <a:hlink>
        <a:srgbClr val="3B6FB6"/>
      </a:hlink>
      <a:folHlink>
        <a:srgbClr val="5F7089"/>
      </a:folHlink>
    </a:clrScheme>
    <a:fontScheme name="QAg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Agentes de IA em QA</dc:title>
  <dc:subject>PptxGenJS Presentation</dc:subject>
  <dc:creator>Gustavo Silveira</dc:creator>
  <cp:lastModifiedBy>Gustavo Silveira</cp:lastModifiedBy>
  <cp:revision>1</cp:revision>
  <dcterms:created xsi:type="dcterms:W3CDTF">2026-10-20T23:00:03Z</dcterms:created>
  <dcterms:modified xsi:type="dcterms:W3CDTF">2026-10-20T23:00:03Z</dcterms:modified>
</cp:coreProperties>
</file>